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1067" autoAdjust="0"/>
  </p:normalViewPr>
  <p:slideViewPr>
    <p:cSldViewPr snapToGrid="0">
      <p:cViewPr varScale="1">
        <p:scale>
          <a:sx n="66" d="100"/>
          <a:sy n="66" d="100"/>
        </p:scale>
        <p:origin x="7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0BE5D-690E-33D1-439E-79C4F0A72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/>
              <a:t>Crypto Dashboard</a:t>
            </a:r>
            <a:r>
              <a:rPr lang="ru-RU" sz="8800" dirty="0"/>
              <a:t> </a:t>
            </a:r>
            <a:r>
              <a:rPr lang="en-US" sz="8800" dirty="0"/>
              <a:t>Pro</a:t>
            </a:r>
            <a:r>
              <a:rPr lang="ru-RU" sz="8800" dirty="0"/>
              <a:t> </a:t>
            </a:r>
            <a:r>
              <a:rPr lang="ru-RU" sz="2400" i="1" dirty="0"/>
              <a:t>Криптовалютный дашборд с управлением портфелем, ролями и аналитикой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B28B2A-684C-C606-F282-F31FEB689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410200"/>
            <a:ext cx="8825658" cy="861420"/>
          </a:xfrm>
        </p:spPr>
        <p:txBody>
          <a:bodyPr/>
          <a:lstStyle/>
          <a:p>
            <a:r>
              <a:rPr lang="ru-RU" dirty="0"/>
              <a:t>Подготовили</a:t>
            </a:r>
            <a:r>
              <a:rPr lang="en-US" dirty="0"/>
              <a:t>: </a:t>
            </a:r>
            <a:r>
              <a:rPr lang="ru-RU" dirty="0"/>
              <a:t>Елистратов Георгий, </a:t>
            </a:r>
            <a:r>
              <a:rPr lang="ru-RU" dirty="0" err="1"/>
              <a:t>Лебедянцев</a:t>
            </a:r>
            <a:r>
              <a:rPr lang="ru-RU" dirty="0"/>
              <a:t> Иван и андроид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799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561D6-073F-4529-9674-45273B08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r>
              <a:rPr lang="ru-RU" b="1" dirty="0"/>
              <a:t>Цели и задачи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6C8FA3-4DA1-79FA-CE73-872698C63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6390997" cy="419548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Цель</a:t>
            </a:r>
            <a:r>
              <a:rPr lang="ru-RU" dirty="0"/>
              <a:t> – </a:t>
            </a:r>
            <a:r>
              <a:rPr lang="ru-RU" i="1" dirty="0"/>
              <a:t>создать веб-приложение для отслеживания криптовалют и управления инвестиционным портфелем.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r>
              <a:rPr lang="ru-RU" sz="1600" i="1" dirty="0"/>
              <a:t>Интеграция с реальными биржевыми данными (</a:t>
            </a:r>
            <a:r>
              <a:rPr lang="ru-RU" sz="1600" i="1" dirty="0" err="1"/>
              <a:t>CoinGecko</a:t>
            </a:r>
            <a:r>
              <a:rPr lang="ru-RU" sz="1600" i="1" dirty="0"/>
              <a:t>)</a:t>
            </a:r>
          </a:p>
          <a:p>
            <a:r>
              <a:rPr lang="ru-RU" sz="1600" i="1" dirty="0"/>
              <a:t>Поддержка пользователей с разными ролями (</a:t>
            </a:r>
            <a:r>
              <a:rPr lang="ru-RU" sz="1600" i="1" dirty="0" err="1"/>
              <a:t>user</a:t>
            </a:r>
            <a:r>
              <a:rPr lang="ru-RU" sz="1600" i="1" dirty="0"/>
              <a:t>/</a:t>
            </a:r>
            <a:r>
              <a:rPr lang="ru-RU" sz="1600" i="1" dirty="0" err="1"/>
              <a:t>admin</a:t>
            </a:r>
            <a:r>
              <a:rPr lang="ru-RU" sz="1600" i="1" dirty="0"/>
              <a:t>)</a:t>
            </a:r>
          </a:p>
          <a:p>
            <a:r>
              <a:rPr lang="ru-RU" sz="1600" i="1" dirty="0"/>
              <a:t>Управление портфелем (покупка/продажа)</a:t>
            </a:r>
          </a:p>
          <a:p>
            <a:r>
              <a:rPr lang="ru-RU" sz="1600" i="1" dirty="0"/>
              <a:t>Тёмная/светлая тема</a:t>
            </a:r>
          </a:p>
          <a:p>
            <a:r>
              <a:rPr lang="ru-RU" sz="1600" i="1" dirty="0"/>
              <a:t>Графики, уведомления и аналитика (в процессе)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Bitcoin Crypto And Its Primary Benefits | Bit Rebels">
            <a:extLst>
              <a:ext uri="{FF2B5EF4-FFF2-40B4-BE49-F238E27FC236}">
                <a16:creationId xmlns:a16="http://schemas.microsoft.com/office/drawing/2014/main" id="{B2796011-F52E-4E1E-97C3-0B2A8BD46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309" y="2258034"/>
            <a:ext cx="4549741" cy="302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849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1D21D-73AE-7FA3-1383-4197D192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171" y="452716"/>
            <a:ext cx="9404723" cy="1400530"/>
          </a:xfrm>
        </p:spPr>
        <p:txBody>
          <a:bodyPr/>
          <a:lstStyle/>
          <a:p>
            <a:r>
              <a:rPr lang="ru-RU" b="1" dirty="0"/>
              <a:t>Технологический стек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CE8DE92-BD8C-ADB8-19CE-39CAFCC77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173509"/>
              </p:ext>
            </p:extLst>
          </p:nvPr>
        </p:nvGraphicFramePr>
        <p:xfrm>
          <a:off x="1103313" y="2052638"/>
          <a:ext cx="8947150" cy="435264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906882157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4131125628"/>
                    </a:ext>
                  </a:extLst>
                </a:gridCol>
              </a:tblGrid>
              <a:tr h="725441">
                <a:tc>
                  <a:txBody>
                    <a:bodyPr/>
                    <a:lstStyle/>
                    <a:p>
                      <a:pPr algn="ctr"/>
                      <a:r>
                        <a:rPr lang="ru-RU" sz="4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Компонент</a:t>
                      </a:r>
                      <a:endParaRPr lang="ru-RU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Технологии</a:t>
                      </a:r>
                      <a:endParaRPr lang="ru-RU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374952"/>
                  </a:ext>
                </a:extLst>
              </a:tr>
              <a:tr h="725441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Flask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024171"/>
                  </a:ext>
                </a:extLst>
              </a:tr>
              <a:tr h="72544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База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SQLite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подготовка к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069492"/>
                  </a:ext>
                </a:extLst>
              </a:tr>
              <a:tr h="72544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Фронтенд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HTML, CSS, JavaScript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575294"/>
                  </a:ext>
                </a:extLst>
              </a:tr>
              <a:tr h="725441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CoinMarketCap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цены),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Chart.js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графики)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789151"/>
                  </a:ext>
                </a:extLst>
              </a:tr>
              <a:tr h="72544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Аутентификация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Сессии, SHA-256 (переход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bcrypt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141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29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F6A28-3CE6-043C-185A-0E554A20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28A55-ABBB-644D-1D69-1182C9FA8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59"/>
            <a:ext cx="8946541" cy="4195481"/>
          </a:xfrm>
        </p:spPr>
        <p:txBody>
          <a:bodyPr>
            <a:normAutofit/>
          </a:bodyPr>
          <a:lstStyle/>
          <a:p>
            <a:r>
              <a:rPr lang="ru-RU" dirty="0"/>
              <a:t>Настроено окружение (</a:t>
            </a:r>
            <a:r>
              <a:rPr lang="ru-RU" dirty="0" err="1"/>
              <a:t>Flask</a:t>
            </a:r>
            <a:r>
              <a:rPr lang="ru-RU" dirty="0"/>
              <a:t>, </a:t>
            </a:r>
            <a:r>
              <a:rPr lang="ru-RU" dirty="0" err="1"/>
              <a:t>requests</a:t>
            </a:r>
            <a:r>
              <a:rPr lang="ru-RU" dirty="0"/>
              <a:t>, </a:t>
            </a:r>
            <a:r>
              <a:rPr lang="ru-RU" dirty="0" err="1"/>
              <a:t>SQLAlchemy</a:t>
            </a:r>
            <a:r>
              <a:rPr lang="ru-RU" dirty="0"/>
              <a:t>)</a:t>
            </a:r>
          </a:p>
          <a:p>
            <a:r>
              <a:rPr lang="ru-RU" dirty="0"/>
              <a:t>Получение списка криптовалют с </a:t>
            </a:r>
            <a:r>
              <a:rPr lang="ru-RU" dirty="0" err="1"/>
              <a:t>CoinGecko</a:t>
            </a:r>
            <a:endParaRPr lang="ru-RU" dirty="0"/>
          </a:p>
          <a:p>
            <a:r>
              <a:rPr lang="ru-RU" dirty="0"/>
              <a:t>Отображение цен и изменений за 24ч</a:t>
            </a:r>
          </a:p>
          <a:p>
            <a:r>
              <a:rPr lang="ru-RU" dirty="0"/>
              <a:t>Таблица + поиск по названию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A74552-43C4-D0DE-AE42-3CD08F85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208" y="3021290"/>
            <a:ext cx="4505954" cy="17242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FB34A6-7969-DD8F-7805-796B1FFAB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230" y="5332875"/>
            <a:ext cx="8430802" cy="76210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0E66E5-3AFC-0DD0-14C8-57B0C53EA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26" y="3234212"/>
            <a:ext cx="6214367" cy="129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23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E12F0-AB63-3014-21BA-AD5D8401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Этапы разработки</a:t>
            </a:r>
            <a:br>
              <a:rPr lang="en-US" sz="2800" b="1" dirty="0"/>
            </a:br>
            <a:r>
              <a:rPr lang="ru-RU" sz="2800" b="1" dirty="0"/>
              <a:t>База данных и пользователи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F3BE38-BE11-0EC8-DC66-1BFA80AD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72169"/>
            <a:ext cx="8946541" cy="4195481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Модели:</a:t>
            </a:r>
            <a:endParaRPr lang="ru-RU" dirty="0"/>
          </a:p>
          <a:p>
            <a:r>
              <a:rPr lang="ru-RU" dirty="0"/>
              <a:t>User</a:t>
            </a:r>
          </a:p>
          <a:p>
            <a:r>
              <a:rPr lang="ru-RU" dirty="0" err="1"/>
              <a:t>Portfolio</a:t>
            </a:r>
            <a:endParaRPr lang="ru-RU" dirty="0"/>
          </a:p>
          <a:p>
            <a:r>
              <a:rPr lang="ru-RU" dirty="0" err="1"/>
              <a:t>Transactions</a:t>
            </a:r>
            <a:endParaRPr lang="ru-RU" dirty="0"/>
          </a:p>
          <a:p>
            <a:r>
              <a:rPr lang="ru-RU" dirty="0" err="1"/>
              <a:t>PriceHistory</a:t>
            </a:r>
            <a:endParaRPr lang="ru-RU" dirty="0"/>
          </a:p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Регистрация / вход / выход</a:t>
            </a:r>
          </a:p>
          <a:p>
            <a:r>
              <a:rPr lang="ru-RU" dirty="0"/>
              <a:t>Хеширование паролей</a:t>
            </a:r>
          </a:p>
          <a:p>
            <a:r>
              <a:rPr lang="ru-RU" dirty="0"/>
              <a:t>Покупка и продажа монет</a:t>
            </a:r>
          </a:p>
          <a:p>
            <a:r>
              <a:rPr lang="ru-RU" dirty="0"/>
              <a:t>История транзакций и текущий баланс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4D8AEB-6931-DBFF-1EA5-299BDE2A1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72" y="2183043"/>
            <a:ext cx="6358824" cy="147963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F03011A-D674-7A73-4350-650BC55A9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039" y="4134050"/>
            <a:ext cx="45148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3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41E65-350A-A2E5-0D03-C1E0DAAE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разработки</a:t>
            </a:r>
            <a:br>
              <a:rPr lang="ru-RU" dirty="0"/>
            </a:br>
            <a:r>
              <a:rPr lang="ru-RU" sz="2800" b="1" dirty="0"/>
              <a:t>Расширенный функционал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140090-1446-6BD4-645B-536BD5547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✅ </a:t>
            </a:r>
            <a:r>
              <a:rPr lang="ru-RU" b="1" dirty="0"/>
              <a:t>Готово:</a:t>
            </a:r>
            <a:endParaRPr lang="ru-RU" dirty="0"/>
          </a:p>
          <a:p>
            <a:r>
              <a:rPr lang="ru-RU" dirty="0"/>
              <a:t>Тёмная/светлая тема (</a:t>
            </a:r>
            <a:r>
              <a:rPr lang="ru-RU" dirty="0" err="1"/>
              <a:t>localStorage</a:t>
            </a:r>
            <a:r>
              <a:rPr lang="ru-RU" dirty="0"/>
              <a:t> + БД)</a:t>
            </a:r>
          </a:p>
          <a:p>
            <a:r>
              <a:rPr lang="ru-RU" dirty="0"/>
              <a:t>Роли пользователей (</a:t>
            </a:r>
            <a:r>
              <a:rPr lang="ru-RU" dirty="0" err="1"/>
              <a:t>admin</a:t>
            </a:r>
            <a:r>
              <a:rPr lang="ru-RU" dirty="0"/>
              <a:t>/</a:t>
            </a:r>
            <a:r>
              <a:rPr lang="ru-RU" dirty="0" err="1"/>
              <a:t>user</a:t>
            </a:r>
            <a:r>
              <a:rPr lang="ru-RU" dirty="0"/>
              <a:t>)</a:t>
            </a:r>
          </a:p>
          <a:p>
            <a:r>
              <a:rPr lang="ru-RU" dirty="0"/>
              <a:t>Админ-панель (просмотр пользователей)</a:t>
            </a:r>
          </a:p>
          <a:p>
            <a:pPr marL="0" indent="0">
              <a:buNone/>
            </a:pPr>
            <a:r>
              <a:rPr lang="ru-RU" dirty="0"/>
              <a:t>🔄 </a:t>
            </a:r>
            <a:r>
              <a:rPr lang="ru-RU" b="1" dirty="0"/>
              <a:t>В процессе:</a:t>
            </a:r>
            <a:endParaRPr lang="ru-RU" dirty="0"/>
          </a:p>
          <a:p>
            <a:r>
              <a:rPr lang="ru-RU" dirty="0"/>
              <a:t>Графики цен (</a:t>
            </a:r>
            <a:r>
              <a:rPr lang="ru-RU" dirty="0" err="1"/>
              <a:t>Sparklines</a:t>
            </a:r>
            <a:r>
              <a:rPr lang="ru-RU" dirty="0"/>
              <a:t> / Chart.js)</a:t>
            </a:r>
          </a:p>
          <a:p>
            <a:r>
              <a:rPr lang="ru-RU" dirty="0"/>
              <a:t>Уведомления о ценах</a:t>
            </a:r>
          </a:p>
          <a:p>
            <a:r>
              <a:rPr lang="ru-RU" dirty="0"/>
              <a:t>Избранные монеты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364666-C9EB-EBB4-CB5C-5D881E6DB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491" y="3830357"/>
            <a:ext cx="6096000" cy="257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5CA9F-8EEC-2461-B6F7-173512B6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Текущий статус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7E3917-A125-4CB9-AC36-5CF9249B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43293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✅ </a:t>
            </a:r>
            <a:r>
              <a:rPr lang="ru-RU" b="1" dirty="0"/>
              <a:t>Работает стабильно:</a:t>
            </a:r>
            <a:endParaRPr lang="ru-RU" dirty="0"/>
          </a:p>
          <a:p>
            <a:r>
              <a:rPr lang="ru-RU" dirty="0"/>
              <a:t>Аутентификация</a:t>
            </a:r>
          </a:p>
          <a:p>
            <a:r>
              <a:rPr lang="ru-RU" dirty="0"/>
              <a:t>Портфель (покупка/продажа)</a:t>
            </a:r>
          </a:p>
          <a:p>
            <a:r>
              <a:rPr lang="ru-RU" dirty="0"/>
              <a:t>Баланс и транзакции</a:t>
            </a:r>
          </a:p>
          <a:p>
            <a:r>
              <a:rPr lang="ru-RU" dirty="0"/>
              <a:t>Тема и роли</a:t>
            </a:r>
          </a:p>
          <a:p>
            <a:r>
              <a:rPr lang="ru-RU" dirty="0"/>
              <a:t>Поиск и фильтрация</a:t>
            </a:r>
          </a:p>
          <a:p>
            <a:r>
              <a:rPr lang="ru-RU" dirty="0"/>
              <a:t>Админ-панель</a:t>
            </a:r>
          </a:p>
          <a:p>
            <a:pPr marL="0" indent="0">
              <a:buNone/>
            </a:pPr>
            <a:r>
              <a:rPr lang="ru-RU" dirty="0"/>
              <a:t>🔄 </a:t>
            </a:r>
            <a:r>
              <a:rPr lang="ru-RU" b="1" dirty="0"/>
              <a:t>Дорабатывается:</a:t>
            </a:r>
            <a:endParaRPr lang="ru-RU" dirty="0"/>
          </a:p>
          <a:p>
            <a:r>
              <a:rPr lang="ru-RU" dirty="0"/>
              <a:t>Графики (история цен)</a:t>
            </a:r>
          </a:p>
          <a:p>
            <a:r>
              <a:rPr lang="ru-RU" dirty="0"/>
              <a:t>Уведомления (</a:t>
            </a:r>
            <a:r>
              <a:rPr lang="ru-RU" dirty="0" err="1"/>
              <a:t>email</a:t>
            </a:r>
            <a:r>
              <a:rPr lang="ru-RU" dirty="0"/>
              <a:t> / браузер)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576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18A84-6513-19C0-C235-46A089A2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Демонстрация ключевого функционала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ED1ACD-C93C-B0DB-4B2C-77E406299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330" y="2177015"/>
            <a:ext cx="3956992" cy="2260232"/>
          </a:xfrm>
        </p:spPr>
        <p:txBody>
          <a:bodyPr/>
          <a:lstStyle/>
          <a:p>
            <a:r>
              <a:rPr lang="ru-RU" sz="1400" b="1" dirty="0"/>
              <a:t>Главная страница</a:t>
            </a:r>
            <a:r>
              <a:rPr lang="ru-RU" sz="1400" dirty="0"/>
              <a:t> – список монет, цены, поиск</a:t>
            </a:r>
          </a:p>
          <a:p>
            <a:r>
              <a:rPr lang="ru-RU" sz="1400" b="1" dirty="0"/>
              <a:t>Личный кабинет</a:t>
            </a:r>
            <a:r>
              <a:rPr lang="ru-RU" sz="1400" dirty="0"/>
              <a:t> – покупка/продажа</a:t>
            </a:r>
          </a:p>
          <a:p>
            <a:r>
              <a:rPr lang="ru-RU" sz="1400" b="1" dirty="0"/>
              <a:t>История транзакций</a:t>
            </a:r>
            <a:endParaRPr lang="ru-RU" sz="1400" dirty="0"/>
          </a:p>
          <a:p>
            <a:r>
              <a:rPr lang="ru-RU" sz="1400" b="1" dirty="0"/>
              <a:t>Админ-панель</a:t>
            </a:r>
            <a:r>
              <a:rPr lang="ru-RU" sz="1400" dirty="0"/>
              <a:t> – управление пользователями</a:t>
            </a:r>
          </a:p>
          <a:p>
            <a:r>
              <a:rPr lang="ru-RU" sz="1400" b="1" dirty="0"/>
              <a:t>Переключение темы</a:t>
            </a:r>
            <a:endParaRPr lang="ru-RU" sz="1400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504994-AF35-D1C0-09F4-A1D543B8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9" y="2137482"/>
            <a:ext cx="7226651" cy="3628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273437-C490-9113-B35A-C29818376CF9}"/>
              </a:ext>
            </a:extLst>
          </p:cNvPr>
          <p:cNvSpPr txBox="1"/>
          <p:nvPr/>
        </p:nvSpPr>
        <p:spPr>
          <a:xfrm>
            <a:off x="7693902" y="4437247"/>
            <a:ext cx="449809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Особенности архитектуры</a:t>
            </a:r>
          </a:p>
          <a:p>
            <a:r>
              <a:rPr lang="ru-RU" sz="1400" dirty="0"/>
              <a:t>Модульная структура (</a:t>
            </a:r>
            <a:r>
              <a:rPr lang="ru-RU" sz="1400" dirty="0" err="1"/>
              <a:t>config</a:t>
            </a:r>
            <a:r>
              <a:rPr lang="ru-RU" sz="1400" dirty="0"/>
              <a:t>, </a:t>
            </a:r>
            <a:r>
              <a:rPr lang="ru-RU" sz="1400" dirty="0" err="1"/>
              <a:t>models</a:t>
            </a:r>
            <a:r>
              <a:rPr lang="ru-RU" sz="1400" dirty="0"/>
              <a:t>, </a:t>
            </a:r>
            <a:r>
              <a:rPr lang="ru-RU" sz="1400" dirty="0" err="1"/>
              <a:t>routes</a:t>
            </a:r>
            <a:r>
              <a:rPr lang="ru-RU" sz="1400" dirty="0"/>
              <a:t>, </a:t>
            </a:r>
            <a:r>
              <a:rPr lang="ru-RU" sz="1400" dirty="0" err="1"/>
              <a:t>templates</a:t>
            </a:r>
            <a:r>
              <a:rPr lang="ru-RU" sz="1400" dirty="0"/>
              <a:t>)</a:t>
            </a:r>
          </a:p>
          <a:p>
            <a:r>
              <a:rPr lang="ru-RU" sz="1400" dirty="0"/>
              <a:t>Отдельные </a:t>
            </a:r>
            <a:r>
              <a:rPr lang="ru-RU" sz="1400" dirty="0" err="1"/>
              <a:t>Blueprints</a:t>
            </a:r>
            <a:r>
              <a:rPr lang="ru-RU" sz="1400" dirty="0"/>
              <a:t> для админки и основного функционала</a:t>
            </a:r>
          </a:p>
          <a:p>
            <a:r>
              <a:rPr lang="ru-RU" sz="1400" dirty="0"/>
              <a:t>Кэширование через простой словарь (подготовка к </a:t>
            </a:r>
            <a:r>
              <a:rPr lang="ru-RU" sz="1400" dirty="0" err="1"/>
              <a:t>Redis</a:t>
            </a:r>
            <a:r>
              <a:rPr lang="ru-RU" sz="1400" dirty="0"/>
              <a:t>)</a:t>
            </a:r>
          </a:p>
          <a:p>
            <a:r>
              <a:rPr lang="ru-RU" sz="1400" dirty="0"/>
              <a:t>Поддержка разных тем через CSS-переменные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53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A42F0-6A11-63CC-7861-C7559CA43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6057" y="433467"/>
            <a:ext cx="9404723" cy="1400530"/>
          </a:xfrm>
        </p:spPr>
        <p:txBody>
          <a:bodyPr/>
          <a:lstStyle/>
          <a:p>
            <a:r>
              <a:rPr lang="ru-RU" b="1" dirty="0"/>
              <a:t>Итоговая таблица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2DC0F81-A3E4-37BA-B01F-22946A3C1F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61116"/>
              </p:ext>
            </p:extLst>
          </p:nvPr>
        </p:nvGraphicFramePr>
        <p:xfrm>
          <a:off x="1622425" y="1706129"/>
          <a:ext cx="8947150" cy="416862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1039493118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71086613"/>
                    </a:ext>
                  </a:extLst>
                </a:gridCol>
              </a:tblGrid>
              <a:tr h="798333">
                <a:tc>
                  <a:txBody>
                    <a:bodyPr/>
                    <a:lstStyle/>
                    <a:p>
                      <a:pPr algn="ctr"/>
                      <a:r>
                        <a:rPr lang="ru-RU" sz="4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Критерий</a:t>
                      </a:r>
                      <a:endParaRPr lang="ru-RU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</a:t>
                      </a:r>
                      <a:endParaRPr lang="ru-RU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283972"/>
                  </a:ext>
                </a:extLst>
              </a:tr>
              <a:tr h="674058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Рабочий функционал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Аутентификация, портфель, роли, темы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9443"/>
                  </a:ext>
                </a:extLst>
              </a:tr>
              <a:tr h="674058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Flask,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CoinGecko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HTML/CSS/JS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296278"/>
                  </a:ext>
                </a:extLst>
              </a:tr>
              <a:tr h="674058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Безопасность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Хеширование паролей, сессии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32615"/>
                  </a:ext>
                </a:extLst>
              </a:tr>
              <a:tr h="674058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Готовность к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Требуется замена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224886"/>
                  </a:ext>
                </a:extLst>
              </a:tr>
              <a:tr h="674058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Планы улучшения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Графики, уведомления,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WebSocket, Docker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23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867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51F32-26CE-847F-6375-AFD15F73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D56D64-C457-7E17-995A-3915D526A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1FC0B8-8A8E-F875-5FF8-FDD0D016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794970"/>
            <a:ext cx="9421540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00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169</TotalTime>
  <Words>382</Words>
  <Application>Microsoft Office PowerPoint</Application>
  <PresentationFormat>Широкоэкранный</PresentationFormat>
  <Paragraphs>83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Ион</vt:lpstr>
      <vt:lpstr>Crypto Dashboard Pro Криптовалютный дашборд с управлением портфелем, ролями и аналитикой</vt:lpstr>
      <vt:lpstr>Цели и задачи проекта </vt:lpstr>
      <vt:lpstr>Технологический стек </vt:lpstr>
      <vt:lpstr>Этапы разработки</vt:lpstr>
      <vt:lpstr>Этапы разработки База данных и пользователи </vt:lpstr>
      <vt:lpstr>Этапы разработки Расширенный функционал </vt:lpstr>
      <vt:lpstr>Текущий статус проекта </vt:lpstr>
      <vt:lpstr>Демонстрация ключевого функционала </vt:lpstr>
      <vt:lpstr>Итоговая таблица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Lebediantsev</dc:creator>
  <cp:lastModifiedBy>Ivan Lebediantsev</cp:lastModifiedBy>
  <cp:revision>2</cp:revision>
  <dcterms:created xsi:type="dcterms:W3CDTF">2026-04-30T10:21:48Z</dcterms:created>
  <dcterms:modified xsi:type="dcterms:W3CDTF">2026-05-04T12:18:09Z</dcterms:modified>
</cp:coreProperties>
</file>